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embeddedFontLst>
    <p:embeddedFont>
      <p:font typeface="Platypi Medium"/>
      <p:regular r:id="rId21"/>
    </p:embeddedFont>
    <p:embeddedFont>
      <p:font typeface="Platypi Medium"/>
      <p:regular r:id="rId22"/>
    </p:embeddedFont>
    <p:embeddedFont>
      <p:font typeface="Platypi Medium"/>
      <p:regular r:id="rId23"/>
    </p:embeddedFont>
    <p:embeddedFont>
      <p:font typeface="Platypi Medium"/>
      <p:regular r:id="rId24"/>
    </p:embeddedFont>
    <p:embeddedFont>
      <p:font typeface="Source Serif 4"/>
      <p:regular r:id="rId25"/>
    </p:embeddedFont>
    <p:embeddedFont>
      <p:font typeface="Source Serif 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PetLink: Plataforma Integral de Adopción y Cuidado de Mascotas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Proyecto de Título / Capstone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Autor: Benjamín Díaz Garcés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Carrera: Ingeniería en Informática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1088" y="502325"/>
            <a:ext cx="10364272" cy="56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Contexto y Problemática del Abandono Animal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81088" y="3179921"/>
            <a:ext cx="4077295" cy="103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abandono de animales es una problemática social creciente que afecta a millones de mascotas anualmente. Esta situación genera graves consecuencias: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81088" y="4348162"/>
            <a:ext cx="4077295" cy="77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Saturación de refugios y albergues.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Problemas de salud pública y seguridad.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Sufrimiento animal.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6772" y="1444704"/>
            <a:ext cx="7949922" cy="54393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1088" y="7107330"/>
            <a:ext cx="12468106" cy="519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Actualmente, existe una falta crítica de plataformas centralizadas que faciliten la adopción responsable y promuevan el cuidado integral de las mascotas, dejando a muchas en situación de vulnerabilidad.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6873"/>
            <a:ext cx="10997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PetLink: Nuestra Propuesta de Solución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092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PetLink surge como una respuesta innovadora a la problemática del abandono animal, ofreciendo una plataforma robusta y accesible.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790236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640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Enfoque Social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3111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Conectar refugios y adoptantes, promoviendo adopciones responsables y reduciendo el abandono.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790236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640699"/>
            <a:ext cx="2873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Enfoque Tecnológico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13111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Una plataforma intuitiva y eficiente que centraliza la información y facilita la interacción.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79023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640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Cuidado Integral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13111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Fomentar el bienestar animal a través de recursos y comunidades de apoyo.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459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Objetivo General del Proyecto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036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Desarrollar una plataforma web integral que facilite y promueva la adopción responsable de mascotas, al mismo tiempo que ofrezca herramientas y recursos para su cuidado continuo.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5302687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"Conectando corazones, salvando vidas: Un hogar para cada mascota."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047536"/>
            <a:ext cx="30480" cy="1236107"/>
          </a:xfrm>
          <a:prstGeom prst="rect">
            <a:avLst/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507"/>
            <a:ext cx="97752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Objetivos Específicos de Desarrollo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79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 alcanzar nuestro objetivo general, nos hemos enfocado en los siguientes pilares fundamentales: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31012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05319"/>
            <a:ext cx="3690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Definición de Arquitectura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Establecer una estructura de software robusta y escalable para PetLink.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331012"/>
            <a:ext cx="6408063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505319"/>
            <a:ext cx="38533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Diseño del Modelo de Datos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99573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Crear una base de datos eficiente para gestionar usuarios, mascotas y publicaciones.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647730"/>
            <a:ext cx="44463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Desarrollo de un MVP Funcional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Implementar las funcionalidades esenciales que resuelvan la problemática central.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473422"/>
            <a:ext cx="6408063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647730"/>
            <a:ext cx="39122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Pruebas Básicas del Sistema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13814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Asegurar la estabilidad y funcionalidad básica de la plataforma antes de su despliegue.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8162"/>
            <a:ext cx="9127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Alcances y Limitaciones del MVP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639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Alcances Definidos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45061"/>
            <a:ext cx="62447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Plataforma como MVP: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Funcionalidades esenciales para la adopción y gestión básica de perfiles.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Interacción: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Perfiles de usuario y mascotas, publicaciones de adopción.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Comunicación: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Sistema de mensajería básico entre adoptantes y refugios.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763917"/>
            <a:ext cx="3757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Limitaciones Consideradas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345061"/>
            <a:ext cx="6244709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Restricciones temporales: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Desarrollo acotado por los plazos del proyecto de título.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Recursos limitados: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Enfoque en tecnologías gratuitas y de código abierto.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Funcionalidades futuras: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Módulos avanzados como geolocalización o verificación de usuarios quedan para etapas posteriores.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0615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objetivo es entregar una base sólida y funcional, escalable para futuras iteraciones y mejoras.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8385" y="513278"/>
            <a:ext cx="9455825" cy="53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Metodología de Trabajo: Enfoque Tradicional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68385" y="1313736"/>
            <a:ext cx="11893510" cy="48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proyecto PetLink se desarrolló siguiendo una metodología de trabajo tradicional, estructurada en fases secuenciales que garantizan un control riguroso y una entrega de calidad.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385" y="1946315"/>
            <a:ext cx="11893510" cy="5137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6498" y="5752215"/>
            <a:ext cx="1765965" cy="32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Diseño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206498" y="6165340"/>
            <a:ext cx="1765965" cy="45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Solución y arquitectura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41041" y="4981538"/>
            <a:ext cx="1765965" cy="32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Pruebas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41041" y="5394662"/>
            <a:ext cx="1765965" cy="67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Verificar la calidad y corregir defectos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44855" y="2409873"/>
            <a:ext cx="1765965" cy="32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Análisis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944855" y="2822997"/>
            <a:ext cx="1765965" cy="45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Definir requisitos y alcance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35319" y="2409873"/>
            <a:ext cx="1765965" cy="32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Cierre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935319" y="2822997"/>
            <a:ext cx="1765965" cy="45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Documentacion final y cierre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01913" y="2409873"/>
            <a:ext cx="1765965" cy="32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Desarrollo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01913" y="2822997"/>
            <a:ext cx="1765965" cy="67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Implementar funciones y código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68385" y="7230904"/>
            <a:ext cx="11893510" cy="48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Cada fase fue crucial para la construcción modular y ordenada de la plataforma, permitiendo una revisión constante y la corrección temprana de desviaciones.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5403" y="424101"/>
            <a:ext cx="6737985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Cronograma del Proyecto: Hitos Clave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75403" y="1068586"/>
            <a:ext cx="10079593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desarrollo de PetLink se planificó y ejecutó siguiendo un cronograma detallado, marcando hitos importantes desde el inicio hasta la entrega.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403" y="1472089"/>
            <a:ext cx="5800844" cy="6227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40103" y="1451015"/>
            <a:ext cx="3922395" cy="576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Este cronograma nos permitió gestionar eficientemente los recursos y el tiempo, asegurando el cumplimiento de los objetivos planteados.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0116" y="600789"/>
            <a:ext cx="10233303" cy="492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Arquitectura del Software: Cliente-Servidor en Capas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80116" y="1311831"/>
            <a:ext cx="10870168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 arquitectura de PetLink se diseñó bajo un esquema cliente-servidor en capas, optimizando la modularidad y escalabilidad del sistema.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0116" y="1648301"/>
            <a:ext cx="10870168" cy="56440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33660" y="4011071"/>
            <a:ext cx="1341366" cy="905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Three-Tier Architecture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4722" y="3145051"/>
            <a:ext cx="272968" cy="272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37402" y="2813063"/>
            <a:ext cx="2350073" cy="30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Frontend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2137402" y="3200718"/>
            <a:ext cx="2350073" cy="81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Aplicación web React que gestiona la interfaz de usuario y la interacción del usuario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142674" y="4100774"/>
            <a:ext cx="2350072" cy="30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142674" y="4488429"/>
            <a:ext cx="2350072" cy="61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Funciones de Firebase y lógica de gestión de autenticación y API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8651" y="3767445"/>
            <a:ext cx="272968" cy="272968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2562" y="5462931"/>
            <a:ext cx="272968" cy="272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37402" y="5324100"/>
            <a:ext cx="2350073" cy="30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2137402" y="5711755"/>
            <a:ext cx="2350073" cy="81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Firestore almacena datos y documentos de aplicaciones estructurados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880116" y="7415332"/>
            <a:ext cx="10870168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 separación de responsabilidades asegura una mayor flexibilidad para futuras expansiones y una gestión más sencilla del desarrollo.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4981" y="668179"/>
            <a:ext cx="6756440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Modelo de Datos: Firestore NoSQL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4981" y="1400770"/>
            <a:ext cx="11120437" cy="44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corazón de PetLink reside en su modelo de datos NoSQL, implementado con Firestore, que permite una gestión flexible y eficiente de la información.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4981" y="2099429"/>
            <a:ext cx="4763333" cy="47633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55593" y="3270052"/>
            <a:ext cx="4327327" cy="220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 de datos NoSQL: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Firestore, ideal para datos flexibles y escalables.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Principales Entidades:</a:t>
            </a:r>
            <a:endParaRPr lang="en-US" sz="1250" dirty="0"/>
          </a:p>
          <a:p>
            <a:pPr algn="l" lvl="1" marL="685800" indent="-342900">
              <a:lnSpc>
                <a:spcPts val="1700"/>
              </a:lnSpc>
              <a:buSzPct val="100000"/>
              <a:buChar char="◦"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Usuarios (Adoptantes, Refugios)</a:t>
            </a:r>
            <a:endParaRPr lang="en-US" sz="1250" dirty="0"/>
          </a:p>
          <a:p>
            <a:pPr algn="l" lvl="1" marL="685800" indent="-342900">
              <a:lnSpc>
                <a:spcPts val="1700"/>
              </a:lnSpc>
              <a:buSzPct val="100000"/>
              <a:buChar char="◦"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Mascotas (Perfiles detallados)</a:t>
            </a:r>
            <a:endParaRPr lang="en-US" sz="1250" dirty="0"/>
          </a:p>
          <a:p>
            <a:pPr algn="l" lvl="1" marL="685800" indent="-342900">
              <a:lnSpc>
                <a:spcPts val="1700"/>
              </a:lnSpc>
              <a:buSzPct val="100000"/>
              <a:buChar char="◦"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Publicaciones (Anuncios de adopción)</a:t>
            </a:r>
            <a:endParaRPr lang="en-US" sz="1250" dirty="0"/>
          </a:p>
          <a:p>
            <a:pPr algn="l" lvl="1" marL="685800" indent="-342900">
              <a:lnSpc>
                <a:spcPts val="1700"/>
              </a:lnSpc>
              <a:buSzPct val="100000"/>
              <a:buChar char="◦"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Mensajes (Comunicación privada)</a:t>
            </a:r>
            <a:endParaRPr lang="en-US" sz="1250" dirty="0"/>
          </a:p>
          <a:p>
            <a:pPr algn="l" lvl="1" marL="685800" indent="-342900">
              <a:lnSpc>
                <a:spcPts val="1700"/>
              </a:lnSpc>
              <a:buSzPct val="100000"/>
              <a:buChar char="◦"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Grupos (Comunidades de apoyo)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Relación Lógica: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Conexiones claras para una navegación intuitiva y búsqueda eficaz.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54981" y="6840790"/>
            <a:ext cx="11120437" cy="44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Este diseño permite manejar grandes volúmenes de información de manera eficiente, adaptándose a las necesidades cambiantes de la plataforma.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040" y="902018"/>
            <a:ext cx="6922651" cy="625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Tecnologías Clave Utilizadas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1040" y="1881664"/>
            <a:ext cx="13228320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PetLink se construyó utilizando un stack tecnológico moderno y robusto para asegurar escalabilidad, rendimiento y una excelente experiencia de usuario.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040" y="2683788"/>
            <a:ext cx="500658" cy="500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040" y="3405545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1040" y="3824526"/>
            <a:ext cx="6503551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Framework para construir la interfaz de usuario, proporcionando una experiencia interactiva y dinámica a los adoptantes y refugios.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5690" y="2683788"/>
            <a:ext cx="500658" cy="500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5690" y="3405545"/>
            <a:ext cx="295394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Firebase Authentication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25690" y="3824526"/>
            <a:ext cx="6503670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Gestiona el registro, inicio de sesión y autenticación segura de usuarios, protegiendo los datos y la privacidad.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40" y="4781431"/>
            <a:ext cx="500658" cy="500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1040" y="5503188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Firestore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01040" y="5922169"/>
            <a:ext cx="6503551" cy="90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 de datos NoSQL flexible y escalable para almacenar y sincronizar los datos de la aplicación en tiempo real, como perfiles y publicaciones.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5690" y="4781431"/>
            <a:ext cx="500658" cy="5006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5690" y="5503188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Firebase Storage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25690" y="5922169"/>
            <a:ext cx="6503670" cy="90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Almacena de forma segura las imágenes de mascotas y otros archivos multimedia, optimizando el rendimiento y la disponibilidad.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01040" y="7025878"/>
            <a:ext cx="13228320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 elección de estas herramientas nos permitió agilizar el desarrollo y mantener un alto estándar de calidad.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6614"/>
            <a:ext cx="6117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Resultados Obtenidos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490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continuación, presentamos los logros clave alcanzados con el desarrollo de PetLink, demostrando la eficacia de nuestra propuesta: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29978"/>
            <a:ext cx="4196358" cy="3112889"/>
          </a:xfrm>
          <a:prstGeom prst="roundRect">
            <a:avLst>
              <a:gd name="adj" fmla="val 1093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85679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Prototipo Funcional Completo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70154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Hemos entregado un prototipo funcional e interactivo que integra las funcionalidades esenciales para la adopción y el cuidado de mascotas.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29978"/>
            <a:ext cx="4196358" cy="3112889"/>
          </a:xfrm>
          <a:prstGeom prst="roundRect">
            <a:avLst>
              <a:gd name="adj" fmla="val 1093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385679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Cumplimiento de Objetivos Principales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470154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Todos los objetivos de desarrollo específicos planteados fueron alcanzados, validando la visión inicial del proyecto y su viabilidad técnica.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629978"/>
            <a:ext cx="4196358" cy="3112889"/>
          </a:xfrm>
          <a:prstGeom prst="roundRect">
            <a:avLst>
              <a:gd name="adj" fmla="val 1093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856792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Sistema Operativo como MVP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4701540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PetLink se establece como un Producto Mínimo Viable (MVP) completamente operativo, listo para futuras expansiones y mejoras continuas.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265"/>
            <a:ext cx="67176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Obstáculos Enfrentados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66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Durante el desarrollo de PetLink, nos encontramos con diversos desafíos que pusimos superar gracias a una planificación meticulosa y la adaptabilidad del equipo: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27628"/>
            <a:ext cx="4196358" cy="3536752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27628"/>
            <a:ext cx="121920" cy="353675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184922"/>
            <a:ext cx="3045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Limitación de Tiempo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675340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ajustado cronograma del proyecto exigió una gestión de tiempo rigurosa y una toma de decisiones eficiente para cumplir con los plazos de entrega.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927628"/>
            <a:ext cx="4196358" cy="3536752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927628"/>
            <a:ext cx="121920" cy="353675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18492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Integración de Servicios Cloud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029670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 interconexión de múltiples servicios de Firebase (Authentication, Firestore, Storage) presentó desafíos de configuración, sincronización y optimización del rendimiento.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927628"/>
            <a:ext cx="4196358" cy="3536752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927628"/>
            <a:ext cx="121920" cy="3536752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18492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Priorización de Funcionalidades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029670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Determinar las características esenciales para el Producto Mínimo Viable (MVP) y postergar otras para futuras fases fue crucial para mantener el enfoque y la viabilidad del proyecto.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71953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pesar de estos retos, logramos fortalecer nuestras habilidades de desarrollo y entregar una plataforma funcional y escalable.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5353"/>
            <a:ext cx="9367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Cierre y Preguntas de la Comisión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777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Hemos llegado al final de nuestra presentación, agradeciendo su tiempo y atención. PetLink representa un paso significativo hacia la mejora del proceso de adopción de mascotas.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58716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192786"/>
            <a:ext cx="37215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Estado Actual del Proyecto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683204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PetLink es un Producto Mínimo Viable (MVP) completamente funcional, entregando la base prometida para la adopción y gestión de perfiles de mascotas.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058716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192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Proyección Futura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683204"/>
            <a:ext cx="389393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Visualizamos expansiones con funcionalidades avanzadas como geolocalización, verificación de usuarios y alianzas con veterinarias, impulsando un crecimiento sostenible.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058716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192786"/>
            <a:ext cx="3255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Espacio para Preguntas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683204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Estamos a su disposición para clarificar cualquier inquietud y profundizar en los aspectos que deseen explorar. ¡Gracias!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2026-02-05T11:16:22Z</dcterms:created>
  <dcterms:modified xsi:type="dcterms:W3CDTF">2026-02-05T11:16:22Z</dcterms:modified>
</cp:coreProperties>
</file>